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1634" autoAdjust="0"/>
  </p:normalViewPr>
  <p:slideViewPr>
    <p:cSldViewPr snapToGrid="0" snapToObjects="1">
      <p:cViewPr varScale="1">
        <p:scale>
          <a:sx n="88" d="100"/>
          <a:sy n="88" d="100"/>
        </p:scale>
        <p:origin x="245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F42EA03A-7A66-10FA-1BCF-783E47500915}"/>
    <pc:docChg chg="modSld">
      <pc:chgData name="" userId="" providerId="" clId="Web-{F42EA03A-7A66-10FA-1BCF-783E47500915}" dt="2025-09-21T17:25:18.493" v="0" actId="20577"/>
      <pc:docMkLst>
        <pc:docMk/>
      </pc:docMkLst>
      <pc:sldChg chg="modSp">
        <pc:chgData name="" userId="" providerId="" clId="Web-{F42EA03A-7A66-10FA-1BCF-783E47500915}" dt="2025-09-21T17:25:18.493" v="0" actId="20577"/>
        <pc:sldMkLst>
          <pc:docMk/>
          <pc:sldMk cId="0" sldId="291"/>
        </pc:sldMkLst>
        <pc:spChg chg="mod">
          <ac:chgData name="" userId="" providerId="" clId="Web-{F42EA03A-7A66-10FA-1BCF-783E47500915}" dt="2025-09-21T17:25:18.493" v="0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  <pc:docChgLst>
    <pc:chgData name="RISHI KUMAR BAGRIA" userId="83cbfe0ed4c50d92" providerId="LiveId" clId="{F050306F-CC6D-46E1-A236-DEEB2D9293B8}"/>
    <pc:docChg chg="undo custSel addSld delSld modSld">
      <pc:chgData name="RISHI KUMAR BAGRIA" userId="83cbfe0ed4c50d92" providerId="LiveId" clId="{F050306F-CC6D-46E1-A236-DEEB2D9293B8}" dt="2025-09-23T15:56:10.221" v="1004" actId="313"/>
      <pc:docMkLst>
        <pc:docMk/>
      </pc:docMkLst>
      <pc:sldChg chg="delSp modSp mod">
        <pc:chgData name="RISHI KUMAR BAGRIA" userId="83cbfe0ed4c50d92" providerId="LiveId" clId="{F050306F-CC6D-46E1-A236-DEEB2D9293B8}" dt="2025-09-22T04:27:22.150" v="652" actId="403"/>
        <pc:sldMkLst>
          <pc:docMk/>
          <pc:sldMk cId="0" sldId="281"/>
        </pc:sldMkLst>
        <pc:spChg chg="mod">
          <ac:chgData name="RISHI KUMAR BAGRIA" userId="83cbfe0ed4c50d92" providerId="LiveId" clId="{F050306F-CC6D-46E1-A236-DEEB2D9293B8}" dt="2025-09-20T03:40:01.236" v="51" actId="403"/>
          <ac:spMkLst>
            <pc:docMk/>
            <pc:sldMk cId="0" sldId="281"/>
            <ac:spMk id="2" creationId="{5B9DE10D-977D-915F-7509-9928B871C5B3}"/>
          </ac:spMkLst>
        </pc:spChg>
        <pc:spChg chg="mod">
          <ac:chgData name="RISHI KUMAR BAGRIA" userId="83cbfe0ed4c50d92" providerId="LiveId" clId="{F050306F-CC6D-46E1-A236-DEEB2D9293B8}" dt="2025-09-20T03:31:08.253" v="8" actId="14100"/>
          <ac:spMkLst>
            <pc:docMk/>
            <pc:sldMk cId="0" sldId="281"/>
            <ac:spMk id="4" creationId="{B4FB5B14-EEDD-3BBF-5F1C-1F51EC25FC75}"/>
          </ac:spMkLst>
        </pc:spChg>
        <pc:spChg chg="mod">
          <ac:chgData name="RISHI KUMAR BAGRIA" userId="83cbfe0ed4c50d92" providerId="LiveId" clId="{F050306F-CC6D-46E1-A236-DEEB2D9293B8}" dt="2025-09-22T04:27:22.150" v="652" actId="403"/>
          <ac:spMkLst>
            <pc:docMk/>
            <pc:sldMk cId="0" sldId="281"/>
            <ac:spMk id="5" creationId="{3C09C731-6641-8E61-DD3B-5543DCF8E704}"/>
          </ac:spMkLst>
        </pc:spChg>
        <pc:spChg chg="del">
          <ac:chgData name="RISHI KUMAR BAGRIA" userId="83cbfe0ed4c50d92" providerId="LiveId" clId="{F050306F-CC6D-46E1-A236-DEEB2D9293B8}" dt="2025-09-22T04:27:17.711" v="651" actId="478"/>
          <ac:spMkLst>
            <pc:docMk/>
            <pc:sldMk cId="0" sldId="281"/>
            <ac:spMk id="9" creationId="{00000000-0000-0000-0000-000000000000}"/>
          </ac:spMkLst>
        </pc:spChg>
        <pc:spChg chg="mod">
          <ac:chgData name="RISHI KUMAR BAGRIA" userId="83cbfe0ed4c50d92" providerId="LiveId" clId="{F050306F-CC6D-46E1-A236-DEEB2D9293B8}" dt="2025-09-20T03:39:23.009" v="34" actId="20577"/>
          <ac:spMkLst>
            <pc:docMk/>
            <pc:sldMk cId="0" sldId="281"/>
            <ac:spMk id="11" creationId="{74682A8F-4C5E-7B4D-1FDC-BF72565B58CB}"/>
          </ac:spMkLst>
        </pc:spChg>
        <pc:spChg chg="mod">
          <ac:chgData name="RISHI KUMAR BAGRIA" userId="83cbfe0ed4c50d92" providerId="LiveId" clId="{F050306F-CC6D-46E1-A236-DEEB2D9293B8}" dt="2025-09-22T04:12:46.782" v="594"/>
          <ac:spMkLst>
            <pc:docMk/>
            <pc:sldMk cId="0" sldId="281"/>
            <ac:spMk id="14" creationId="{44502F51-1D14-D4BF-87D4-6B8D0AE66FCC}"/>
          </ac:spMkLst>
        </pc:spChg>
      </pc:sldChg>
      <pc:sldChg chg="addSp delSp modSp mod">
        <pc:chgData name="RISHI KUMAR BAGRIA" userId="83cbfe0ed4c50d92" providerId="LiveId" clId="{F050306F-CC6D-46E1-A236-DEEB2D9293B8}" dt="2025-09-23T15:54:56.714" v="999" actId="20577"/>
        <pc:sldMkLst>
          <pc:docMk/>
          <pc:sldMk cId="0" sldId="290"/>
        </pc:sldMkLst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2" creationId="{3600E6F3-9DBA-F400-0239-99C3562AA9AF}"/>
          </ac:spMkLst>
        </pc:spChg>
        <pc:spChg chg="add">
          <ac:chgData name="RISHI KUMAR BAGRIA" userId="83cbfe0ed4c50d92" providerId="LiveId" clId="{F050306F-CC6D-46E1-A236-DEEB2D9293B8}" dt="2025-09-20T04:20:24.816" v="187"/>
          <ac:spMkLst>
            <pc:docMk/>
            <pc:sldMk cId="0" sldId="290"/>
            <ac:spMk id="2" creationId="{E17C16DB-66AD-7920-376A-4D307F755D82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4" creationId="{5B484201-077E-C2F5-8B29-3A844B3F672D}"/>
          </ac:spMkLst>
        </pc:spChg>
        <pc:spChg chg="add del mod">
          <ac:chgData name="RISHI KUMAR BAGRIA" userId="83cbfe0ed4c50d92" providerId="LiveId" clId="{F050306F-CC6D-46E1-A236-DEEB2D9293B8}" dt="2025-09-20T04:20:39.676" v="194" actId="478"/>
          <ac:spMkLst>
            <pc:docMk/>
            <pc:sldMk cId="0" sldId="290"/>
            <ac:spMk id="5" creationId="{396300CD-B146-70E8-C42C-833DA0814C71}"/>
          </ac:spMkLst>
        </pc:spChg>
        <pc:spChg chg="mod">
          <ac:chgData name="RISHI KUMAR BAGRIA" userId="83cbfe0ed4c50d92" providerId="LiveId" clId="{F050306F-CC6D-46E1-A236-DEEB2D9293B8}" dt="2025-09-22T05:43:17.353" v="679" actId="20577"/>
          <ac:spMkLst>
            <pc:docMk/>
            <pc:sldMk cId="0" sldId="290"/>
            <ac:spMk id="5" creationId="{49D98339-168F-F522-9E86-3628DC19339E}"/>
          </ac:spMkLst>
        </pc:spChg>
        <pc:spChg chg="add del mod">
          <ac:chgData name="RISHI KUMAR BAGRIA" userId="83cbfe0ed4c50d92" providerId="LiveId" clId="{F050306F-CC6D-46E1-A236-DEEB2D9293B8}" dt="2025-09-20T03:34:14.224" v="19"/>
          <ac:spMkLst>
            <pc:docMk/>
            <pc:sldMk cId="0" sldId="290"/>
            <ac:spMk id="5" creationId="{FA647A97-D699-4AC7-F874-189BB0C57FEE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6" creationId="{00000000-0000-0000-0000-000000000000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7" creationId="{00000000-0000-0000-0000-000000000000}"/>
          </ac:spMkLst>
        </pc:spChg>
        <pc:spChg chg="add 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8" creationId="{D4FC1D24-8325-7F39-161B-BCF09F09D2EA}"/>
          </ac:spMkLst>
        </pc:spChg>
        <pc:spChg chg="del">
          <ac:chgData name="RISHI KUMAR BAGRIA" userId="83cbfe0ed4c50d92" providerId="LiveId" clId="{F050306F-CC6D-46E1-A236-DEEB2D9293B8}" dt="2025-09-22T04:27:26.952" v="653" actId="478"/>
          <ac:spMkLst>
            <pc:docMk/>
            <pc:sldMk cId="0" sldId="290"/>
            <ac:spMk id="10" creationId="{AD4F69D3-EEB0-4C4C-9434-B9960FB5854C}"/>
          </ac:spMkLst>
        </pc:spChg>
        <pc:spChg chg="add 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1" creationId="{89463B1C-1C7C-62E5-2CFD-E41AB067719C}"/>
          </ac:spMkLst>
        </pc:spChg>
        <pc:spChg chg="add del mod">
          <ac:chgData name="RISHI KUMAR BAGRIA" userId="83cbfe0ed4c50d92" providerId="LiveId" clId="{F050306F-CC6D-46E1-A236-DEEB2D9293B8}" dt="2025-09-20T04:20:58.885" v="200"/>
          <ac:spMkLst>
            <pc:docMk/>
            <pc:sldMk cId="0" sldId="290"/>
            <ac:spMk id="12" creationId="{A3C0F968-DACE-8F96-9D09-F778C85AE3B7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2" creationId="{D631DB51-5D7F-3E5C-AF23-086EF36CC035}"/>
          </ac:spMkLst>
        </pc:spChg>
        <pc:spChg chg="add">
          <ac:chgData name="RISHI KUMAR BAGRIA" userId="83cbfe0ed4c50d92" providerId="LiveId" clId="{F050306F-CC6D-46E1-A236-DEEB2D9293B8}" dt="2025-09-21T17:32:46.060" v="553"/>
          <ac:spMkLst>
            <pc:docMk/>
            <pc:sldMk cId="0" sldId="290"/>
            <ac:spMk id="13" creationId="{872C88F6-A179-2CF7-EE9F-C098C2A924E6}"/>
          </ac:spMkLst>
        </pc:spChg>
        <pc:spChg chg="add">
          <ac:chgData name="RISHI KUMAR BAGRIA" userId="83cbfe0ed4c50d92" providerId="LiveId" clId="{F050306F-CC6D-46E1-A236-DEEB2D9293B8}" dt="2025-09-20T04:20:54.066" v="197"/>
          <ac:spMkLst>
            <pc:docMk/>
            <pc:sldMk cId="0" sldId="290"/>
            <ac:spMk id="13" creationId="{FFB4EDAD-18FA-12A2-0424-6C585E9BA14C}"/>
          </ac:spMkLst>
        </pc:spChg>
        <pc:spChg chg="add">
          <ac:chgData name="RISHI KUMAR BAGRIA" userId="83cbfe0ed4c50d92" providerId="LiveId" clId="{F050306F-CC6D-46E1-A236-DEEB2D9293B8}" dt="2025-09-21T17:33:31.480" v="561"/>
          <ac:spMkLst>
            <pc:docMk/>
            <pc:sldMk cId="0" sldId="290"/>
            <ac:spMk id="14" creationId="{535F9469-3D9B-A7EC-8B35-40191C080500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5" creationId="{0FAFC9BE-B9AD-7C67-3AC5-39EF919882FA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6" creationId="{E3B75C45-65C5-5520-33DC-4508F8154D13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7" creationId="{18484313-3830-4A60-9548-B76B9E134136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8" creationId="{D3E2CF3E-EFAF-E634-9718-563C270C7B05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9" creationId="{2937C169-D26B-EBD5-D750-E9A8F401C62F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20" creationId="{198C8478-EF43-0690-9864-50F4EC86AC43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21" creationId="{2910DDA6-37BA-8C2D-1E9D-A667594C402D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22" creationId="{0F03C5C7-8200-8748-0B8C-496F8F20894D}"/>
          </ac:spMkLst>
        </pc:spChg>
        <pc:spChg chg="mod">
          <ac:chgData name="RISHI KUMAR BAGRIA" userId="83cbfe0ed4c50d92" providerId="LiveId" clId="{F050306F-CC6D-46E1-A236-DEEB2D9293B8}" dt="2025-09-23T15:54:56.714" v="999" actId="20577"/>
          <ac:spMkLst>
            <pc:docMk/>
            <pc:sldMk cId="0" sldId="290"/>
            <ac:spMk id="63" creationId="{10F8ADCA-B92F-BD37-1A35-9555A5F6138C}"/>
          </ac:spMkLst>
        </pc:spChg>
        <pc:spChg chg="mod">
          <ac:chgData name="RISHI KUMAR BAGRIA" userId="83cbfe0ed4c50d92" providerId="LiveId" clId="{F050306F-CC6D-46E1-A236-DEEB2D9293B8}" dt="2025-09-22T04:27:37.889" v="657" actId="404"/>
          <ac:spMkLst>
            <pc:docMk/>
            <pc:sldMk cId="0" sldId="290"/>
            <ac:spMk id="17409" creationId="{00000000-0000-0000-0000-000000000000}"/>
          </ac:spMkLst>
        </pc:spChg>
        <pc:spChg chg="del mod">
          <ac:chgData name="RISHI KUMAR BAGRIA" userId="83cbfe0ed4c50d92" providerId="LiveId" clId="{F050306F-CC6D-46E1-A236-DEEB2D9293B8}" dt="2025-09-20T03:36:20.959" v="23" actId="478"/>
          <ac:spMkLst>
            <pc:docMk/>
            <pc:sldMk cId="0" sldId="290"/>
            <ac:spMk id="17410" creationId="{00000000-0000-0000-0000-000000000000}"/>
          </ac:spMkLst>
        </pc:spChg>
        <pc:picChg chg="mod">
          <ac:chgData name="RISHI KUMAR BAGRIA" userId="83cbfe0ed4c50d92" providerId="LiveId" clId="{F050306F-CC6D-46E1-A236-DEEB2D9293B8}" dt="2025-09-22T04:27:37.889" v="657" actId="404"/>
          <ac:picMkLst>
            <pc:docMk/>
            <pc:sldMk cId="0" sldId="290"/>
            <ac:picMk id="9" creationId="{00000000-0000-0000-0000-000000000000}"/>
          </ac:picMkLst>
        </pc:picChg>
        <pc:cxnChg chg="add 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3" creationId="{2FFA40F8-A8BE-751C-72CE-EFCB83851A1F}"/>
          </ac:cxnSpMkLst>
        </pc:cxnChg>
        <pc:cxnChg chg="add">
          <ac:chgData name="RISHI KUMAR BAGRIA" userId="83cbfe0ed4c50d92" providerId="LiveId" clId="{F050306F-CC6D-46E1-A236-DEEB2D9293B8}" dt="2025-09-22T17:08:56.545" v="680" actId="11529"/>
          <ac:cxnSpMkLst>
            <pc:docMk/>
            <pc:sldMk cId="0" sldId="290"/>
            <ac:cxnSpMk id="13" creationId="{83C75937-3EDC-EC87-C311-D5A6D3A222FC}"/>
          </ac:cxnSpMkLst>
        </pc:cxnChg>
        <pc:cxnChg chg="add">
          <ac:chgData name="RISHI KUMAR BAGRIA" userId="83cbfe0ed4c50d92" providerId="LiveId" clId="{F050306F-CC6D-46E1-A236-DEEB2D9293B8}" dt="2025-09-22T17:09:12.286" v="681" actId="11529"/>
          <ac:cxnSpMkLst>
            <pc:docMk/>
            <pc:sldMk cId="0" sldId="290"/>
            <ac:cxnSpMk id="23" creationId="{0F143B5D-155A-2334-951B-2C11828E88A7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24" creationId="{B2815815-A6A6-BEE0-446F-ED9BFAE09075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25" creationId="{28D45DEB-EE89-0F9D-BF73-7A4E188BA233}"/>
          </ac:cxnSpMkLst>
        </pc:cxnChg>
        <pc:cxnChg chg="add">
          <ac:chgData name="RISHI KUMAR BAGRIA" userId="83cbfe0ed4c50d92" providerId="LiveId" clId="{F050306F-CC6D-46E1-A236-DEEB2D9293B8}" dt="2025-09-22T17:09:23.364" v="682" actId="11529"/>
          <ac:cxnSpMkLst>
            <pc:docMk/>
            <pc:sldMk cId="0" sldId="290"/>
            <ac:cxnSpMk id="27" creationId="{909394A6-23FB-369C-043E-2CA0631A98CD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28" creationId="{85A0AD51-739A-BD0D-4E94-03D50EC17493}"/>
          </ac:cxnSpMkLst>
        </pc:cxnChg>
        <pc:cxnChg chg="add">
          <ac:chgData name="RISHI KUMAR BAGRIA" userId="83cbfe0ed4c50d92" providerId="LiveId" clId="{F050306F-CC6D-46E1-A236-DEEB2D9293B8}" dt="2025-09-22T17:09:41.685" v="683" actId="11529"/>
          <ac:cxnSpMkLst>
            <pc:docMk/>
            <pc:sldMk cId="0" sldId="290"/>
            <ac:cxnSpMk id="30" creationId="{E040D07D-A7EA-4F11-FAC1-B0540F8EE0DD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32" creationId="{5315C4D0-0025-5B08-8ABD-07ED54982AB4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33" creationId="{91E195D4-3AE2-03C6-4273-D67393CB5F69}"/>
          </ac:cxnSpMkLst>
        </pc:cxnChg>
        <pc:cxnChg chg="add">
          <ac:chgData name="RISHI KUMAR BAGRIA" userId="83cbfe0ed4c50d92" providerId="LiveId" clId="{F050306F-CC6D-46E1-A236-DEEB2D9293B8}" dt="2025-09-22T17:09:52.918" v="684" actId="11529"/>
          <ac:cxnSpMkLst>
            <pc:docMk/>
            <pc:sldMk cId="0" sldId="290"/>
            <ac:cxnSpMk id="34" creationId="{722BDA98-E6F5-B569-6DD2-1EDF3ED505B7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36" creationId="{A6F18609-CACB-735C-E653-492E19383DEA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37" creationId="{03807A0A-22FC-1303-CF07-0E78870A2349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38" creationId="{23032F1C-BE2D-33CB-EFA2-7BB3A6511D54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40" creationId="{1AFF9F6B-09F7-D450-A2F7-8472E7D227B5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48" creationId="{42EE82FF-9FB0-CCED-BEAA-91ADC74F4C85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52" creationId="{269F477C-19B0-2122-29FA-495342731950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54" creationId="{34D97408-039A-9BB0-65AC-8198C58F02DA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55" creationId="{FE4D8FC6-9E65-F5C2-32E2-7DD51F7DBD24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57" creationId="{DC02C962-3BC0-76CF-6B19-65E12257DCB8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59" creationId="{77435FF1-FD7A-CE3B-8132-5D6862926784}"/>
          </ac:cxnSpMkLst>
        </pc:cxnChg>
        <pc:cxnChg chg="mod">
          <ac:chgData name="RISHI KUMAR BAGRIA" userId="83cbfe0ed4c50d92" providerId="LiveId" clId="{F050306F-CC6D-46E1-A236-DEEB2D9293B8}" dt="2025-09-22T04:27:37.889" v="657" actId="404"/>
          <ac:cxnSpMkLst>
            <pc:docMk/>
            <pc:sldMk cId="0" sldId="290"/>
            <ac:cxnSpMk id="62" creationId="{12357049-6707-F40B-D630-8175A344DF6F}"/>
          </ac:cxnSpMkLst>
        </pc:cxnChg>
      </pc:sldChg>
      <pc:sldChg chg="addSp modSp mod">
        <pc:chgData name="RISHI KUMAR BAGRIA" userId="83cbfe0ed4c50d92" providerId="LiveId" clId="{F050306F-CC6D-46E1-A236-DEEB2D9293B8}" dt="2025-09-23T15:48:52.484" v="812" actId="2711"/>
        <pc:sldMkLst>
          <pc:docMk/>
          <pc:sldMk cId="0" sldId="291"/>
        </pc:sldMkLst>
        <pc:spChg chg="add">
          <ac:chgData name="RISHI KUMAR BAGRIA" userId="83cbfe0ed4c50d92" providerId="LiveId" clId="{F050306F-CC6D-46E1-A236-DEEB2D9293B8}" dt="2025-09-23T15:45:29.157" v="731"/>
          <ac:spMkLst>
            <pc:docMk/>
            <pc:sldMk cId="0" sldId="291"/>
            <ac:spMk id="2" creationId="{BC9C35D7-6168-3C63-2BD0-4837B67744FC}"/>
          </ac:spMkLst>
        </pc:spChg>
        <pc:spChg chg="mod">
          <ac:chgData name="RISHI KUMAR BAGRIA" userId="83cbfe0ed4c50d92" providerId="LiveId" clId="{F050306F-CC6D-46E1-A236-DEEB2D9293B8}" dt="2025-09-23T15:48:52.484" v="812" actId="2711"/>
          <ac:spMkLst>
            <pc:docMk/>
            <pc:sldMk cId="0" sldId="291"/>
            <ac:spMk id="4" creationId="{00000000-0000-0000-0000-000000000000}"/>
          </ac:spMkLst>
        </pc:spChg>
        <pc:spChg chg="mod">
          <ac:chgData name="RISHI KUMAR BAGRIA" userId="83cbfe0ed4c50d92" providerId="LiveId" clId="{F050306F-CC6D-46E1-A236-DEEB2D9293B8}" dt="2025-09-23T15:43:38.960" v="710" actId="1076"/>
          <ac:spMkLst>
            <pc:docMk/>
            <pc:sldMk cId="0" sldId="291"/>
            <ac:spMk id="8" creationId="{00000000-0000-0000-0000-000000000000}"/>
          </ac:spMkLst>
        </pc:spChg>
        <pc:spChg chg="mod">
          <ac:chgData name="RISHI KUMAR BAGRIA" userId="83cbfe0ed4c50d92" providerId="LiveId" clId="{F050306F-CC6D-46E1-A236-DEEB2D9293B8}" dt="2025-09-23T15:48:14.823" v="808" actId="1076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RISHI KUMAR BAGRIA" userId="83cbfe0ed4c50d92" providerId="LiveId" clId="{F050306F-CC6D-46E1-A236-DEEB2D9293B8}" dt="2025-09-18T15:50:04.265" v="3" actId="1038"/>
          <ac:picMkLst>
            <pc:docMk/>
            <pc:sldMk cId="0" sldId="291"/>
            <ac:picMk id="5" creationId="{9120848B-B2B4-45BE-A961-AEC0B06CF41B}"/>
          </ac:picMkLst>
        </pc:picChg>
      </pc:sldChg>
      <pc:sldChg chg="addSp delSp modSp mod">
        <pc:chgData name="RISHI KUMAR BAGRIA" userId="83cbfe0ed4c50d92" providerId="LiveId" clId="{F050306F-CC6D-46E1-A236-DEEB2D9293B8}" dt="2025-09-23T15:49:58.577" v="815" actId="20577"/>
        <pc:sldMkLst>
          <pc:docMk/>
          <pc:sldMk cId="3753387913" sldId="293"/>
        </pc:sldMkLst>
        <pc:spChg chg="add">
          <ac:chgData name="RISHI KUMAR BAGRIA" userId="83cbfe0ed4c50d92" providerId="LiveId" clId="{F050306F-CC6D-46E1-A236-DEEB2D9293B8}" dt="2025-09-22T04:15:23.883" v="602"/>
          <ac:spMkLst>
            <pc:docMk/>
            <pc:sldMk cId="3753387913" sldId="293"/>
            <ac:spMk id="2" creationId="{40CB7B98-8C8F-B84A-E83B-DEF855204586}"/>
          </ac:spMkLst>
        </pc:spChg>
        <pc:spChg chg="del mod">
          <ac:chgData name="RISHI KUMAR BAGRIA" userId="83cbfe0ed4c50d92" providerId="LiveId" clId="{F050306F-CC6D-46E1-A236-DEEB2D9293B8}" dt="2025-09-20T03:47:21.128" v="53" actId="478"/>
          <ac:spMkLst>
            <pc:docMk/>
            <pc:sldMk cId="3753387913" sldId="293"/>
            <ac:spMk id="2" creationId="{EC5DB933-0C2E-8F7C-B3C4-477985CBBB6A}"/>
          </ac:spMkLst>
        </pc:spChg>
        <pc:spChg chg="add mod">
          <ac:chgData name="RISHI KUMAR BAGRIA" userId="83cbfe0ed4c50d92" providerId="LiveId" clId="{F050306F-CC6D-46E1-A236-DEEB2D9293B8}" dt="2025-09-22T04:15:32.219" v="604"/>
          <ac:spMkLst>
            <pc:docMk/>
            <pc:sldMk cId="3753387913" sldId="293"/>
            <ac:spMk id="3" creationId="{C2B4FDBC-056D-5098-37D3-F9D1B28BC394}"/>
          </ac:spMkLst>
        </pc:spChg>
        <pc:spChg chg="del">
          <ac:chgData name="RISHI KUMAR BAGRIA" userId="83cbfe0ed4c50d92" providerId="LiveId" clId="{F050306F-CC6D-46E1-A236-DEEB2D9293B8}" dt="2025-09-20T03:47:27.209" v="54" actId="478"/>
          <ac:spMkLst>
            <pc:docMk/>
            <pc:sldMk cId="3753387913" sldId="293"/>
            <ac:spMk id="3" creationId="{C4697314-CAA3-050B-325A-54A78F01FF31}"/>
          </ac:spMkLst>
        </pc:spChg>
        <pc:spChg chg="del">
          <ac:chgData name="RISHI KUMAR BAGRIA" userId="83cbfe0ed4c50d92" providerId="LiveId" clId="{F050306F-CC6D-46E1-A236-DEEB2D9293B8}" dt="2025-09-20T03:47:28.992" v="55" actId="478"/>
          <ac:spMkLst>
            <pc:docMk/>
            <pc:sldMk cId="3753387913" sldId="293"/>
            <ac:spMk id="4" creationId="{F8A85484-CDCF-F9C3-E69A-8AB11F8E573F}"/>
          </ac:spMkLst>
        </pc:spChg>
        <pc:spChg chg="mod">
          <ac:chgData name="RISHI KUMAR BAGRIA" userId="83cbfe0ed4c50d92" providerId="LiveId" clId="{F050306F-CC6D-46E1-A236-DEEB2D9293B8}" dt="2025-09-22T04:12:09.659" v="589" actId="113"/>
          <ac:spMkLst>
            <pc:docMk/>
            <pc:sldMk cId="3753387913" sldId="293"/>
            <ac:spMk id="8" creationId="{9056B1FF-1807-522F-CAD2-507BE6D15676}"/>
          </ac:spMkLst>
        </pc:spChg>
        <pc:spChg chg="del">
          <ac:chgData name="RISHI KUMAR BAGRIA" userId="83cbfe0ed4c50d92" providerId="LiveId" clId="{F050306F-CC6D-46E1-A236-DEEB2D9293B8}" dt="2025-09-22T04:27:54.226" v="658" actId="478"/>
          <ac:spMkLst>
            <pc:docMk/>
            <pc:sldMk cId="3753387913" sldId="293"/>
            <ac:spMk id="10" creationId="{AD4F69D3-EEB0-4C4C-9434-B9960FB5854C}"/>
          </ac:spMkLst>
        </pc:spChg>
        <pc:spChg chg="add mod">
          <ac:chgData name="RISHI KUMAR BAGRIA" userId="83cbfe0ed4c50d92" providerId="LiveId" clId="{F050306F-CC6D-46E1-A236-DEEB2D9293B8}" dt="2025-09-23T15:49:58.577" v="815" actId="20577"/>
          <ac:spMkLst>
            <pc:docMk/>
            <pc:sldMk cId="3753387913" sldId="293"/>
            <ac:spMk id="12" creationId="{91BBB5C9-B920-74B9-3D9E-8300140B4BFE}"/>
          </ac:spMkLst>
        </pc:spChg>
        <pc:picChg chg="add del">
          <ac:chgData name="RISHI KUMAR BAGRIA" userId="83cbfe0ed4c50d92" providerId="LiveId" clId="{F050306F-CC6D-46E1-A236-DEEB2D9293B8}" dt="2025-09-20T03:47:33.540" v="57" actId="22"/>
          <ac:picMkLst>
            <pc:docMk/>
            <pc:sldMk cId="3753387913" sldId="293"/>
            <ac:picMk id="11" creationId="{82B9D244-9E46-0CA0-E1EC-9825C851D489}"/>
          </ac:picMkLst>
        </pc:picChg>
        <pc:picChg chg="add del">
          <ac:chgData name="RISHI KUMAR BAGRIA" userId="83cbfe0ed4c50d92" providerId="LiveId" clId="{F050306F-CC6D-46E1-A236-DEEB2D9293B8}" dt="2025-09-20T03:47:55.751" v="61" actId="22"/>
          <ac:picMkLst>
            <pc:docMk/>
            <pc:sldMk cId="3753387913" sldId="293"/>
            <ac:picMk id="14" creationId="{59BAAE81-5673-9E4C-398A-17B3A6E59D5A}"/>
          </ac:picMkLst>
        </pc:picChg>
      </pc:sldChg>
      <pc:sldChg chg="addSp delSp modSp mod">
        <pc:chgData name="RISHI KUMAR BAGRIA" userId="83cbfe0ed4c50d92" providerId="LiveId" clId="{F050306F-CC6D-46E1-A236-DEEB2D9293B8}" dt="2025-09-22T04:28:13.148" v="664" actId="478"/>
        <pc:sldMkLst>
          <pc:docMk/>
          <pc:sldMk cId="2997144140" sldId="294"/>
        </pc:sldMkLst>
        <pc:spChg chg="del mod">
          <ac:chgData name="RISHI KUMAR BAGRIA" userId="83cbfe0ed4c50d92" providerId="LiveId" clId="{F050306F-CC6D-46E1-A236-DEEB2D9293B8}" dt="2025-09-20T03:58:15.220" v="81" actId="478"/>
          <ac:spMkLst>
            <pc:docMk/>
            <pc:sldMk cId="2997144140" sldId="294"/>
            <ac:spMk id="2" creationId="{DE1C6EC1-31DA-9418-09C9-E3CFEBFC8817}"/>
          </ac:spMkLst>
        </pc:spChg>
        <pc:spChg chg="del">
          <ac:chgData name="RISHI KUMAR BAGRIA" userId="83cbfe0ed4c50d92" providerId="LiveId" clId="{F050306F-CC6D-46E1-A236-DEEB2D9293B8}" dt="2025-09-20T03:58:17.201" v="82" actId="478"/>
          <ac:spMkLst>
            <pc:docMk/>
            <pc:sldMk cId="2997144140" sldId="294"/>
            <ac:spMk id="3" creationId="{D1B604AA-3E53-5AFF-9C87-58A05DE4B232}"/>
          </ac:spMkLst>
        </pc:spChg>
        <pc:spChg chg="add mod">
          <ac:chgData name="RISHI KUMAR BAGRIA" userId="83cbfe0ed4c50d92" providerId="LiveId" clId="{F050306F-CC6D-46E1-A236-DEEB2D9293B8}" dt="2025-09-22T04:20:55.468" v="648" actId="20577"/>
          <ac:spMkLst>
            <pc:docMk/>
            <pc:sldMk cId="2997144140" sldId="294"/>
            <ac:spMk id="4" creationId="{8B1F0134-BF13-3F6E-F4F5-2B5753460251}"/>
          </ac:spMkLst>
        </pc:spChg>
        <pc:spChg chg="add">
          <ac:chgData name="RISHI KUMAR BAGRIA" userId="83cbfe0ed4c50d92" providerId="LiveId" clId="{F050306F-CC6D-46E1-A236-DEEB2D9293B8}" dt="2025-09-20T04:07:05.017" v="133"/>
          <ac:spMkLst>
            <pc:docMk/>
            <pc:sldMk cId="2997144140" sldId="294"/>
            <ac:spMk id="5" creationId="{E7D2E542-0A7F-0A89-4BEC-15248D5A20A6}"/>
          </ac:spMkLst>
        </pc:spChg>
        <pc:spChg chg="add">
          <ac:chgData name="RISHI KUMAR BAGRIA" userId="83cbfe0ed4c50d92" providerId="LiveId" clId="{F050306F-CC6D-46E1-A236-DEEB2D9293B8}" dt="2025-09-20T04:07:13.777" v="141"/>
          <ac:spMkLst>
            <pc:docMk/>
            <pc:sldMk cId="2997144140" sldId="294"/>
            <ac:spMk id="8" creationId="{F3E77C12-A966-C50F-B1D3-5EB8BF573AD7}"/>
          </ac:spMkLst>
        </pc:spChg>
        <pc:spChg chg="del">
          <ac:chgData name="RISHI KUMAR BAGRIA" userId="83cbfe0ed4c50d92" providerId="LiveId" clId="{F050306F-CC6D-46E1-A236-DEEB2D9293B8}" dt="2025-09-22T04:28:13.148" v="664" actId="478"/>
          <ac:spMkLst>
            <pc:docMk/>
            <pc:sldMk cId="2997144140" sldId="294"/>
            <ac:spMk id="10" creationId="{AD4F69D3-EEB0-4C4C-9434-B9960FB5854C}"/>
          </ac:spMkLst>
        </pc:spChg>
        <pc:spChg chg="add">
          <ac:chgData name="RISHI KUMAR BAGRIA" userId="83cbfe0ed4c50d92" providerId="LiveId" clId="{F050306F-CC6D-46E1-A236-DEEB2D9293B8}" dt="2025-09-20T04:07:30.283" v="142"/>
          <ac:spMkLst>
            <pc:docMk/>
            <pc:sldMk cId="2997144140" sldId="294"/>
            <ac:spMk id="11" creationId="{6F95F291-348D-659E-8B9E-EFE9EB9D18C4}"/>
          </ac:spMkLst>
        </pc:spChg>
        <pc:spChg chg="mod">
          <ac:chgData name="RISHI KUMAR BAGRIA" userId="83cbfe0ed4c50d92" providerId="LiveId" clId="{F050306F-CC6D-46E1-A236-DEEB2D9293B8}" dt="2025-09-22T04:12:35.053" v="592"/>
          <ac:spMkLst>
            <pc:docMk/>
            <pc:sldMk cId="2997144140" sldId="294"/>
            <ac:spMk id="12" creationId="{5DBCE864-823D-4A13-9607-5DA1F0ED5FB8}"/>
          </ac:spMkLst>
        </pc:spChg>
        <pc:spChg chg="add">
          <ac:chgData name="RISHI KUMAR BAGRIA" userId="83cbfe0ed4c50d92" providerId="LiveId" clId="{F050306F-CC6D-46E1-A236-DEEB2D9293B8}" dt="2025-09-20T04:07:44.694" v="145"/>
          <ac:spMkLst>
            <pc:docMk/>
            <pc:sldMk cId="2997144140" sldId="294"/>
            <ac:spMk id="13" creationId="{F518C9E1-7C2A-6D8D-8CC6-0C455D2B2A46}"/>
          </ac:spMkLst>
        </pc:spChg>
      </pc:sldChg>
      <pc:sldChg chg="delSp modSp mod">
        <pc:chgData name="RISHI KUMAR BAGRIA" userId="83cbfe0ed4c50d92" providerId="LiveId" clId="{F050306F-CC6D-46E1-A236-DEEB2D9293B8}" dt="2025-09-23T15:56:10.221" v="1004" actId="313"/>
        <pc:sldMkLst>
          <pc:docMk/>
          <pc:sldMk cId="3916788613" sldId="296"/>
        </pc:sldMkLst>
        <pc:spChg chg="mod">
          <ac:chgData name="RISHI KUMAR BAGRIA" userId="83cbfe0ed4c50d92" providerId="LiveId" clId="{F050306F-CC6D-46E1-A236-DEEB2D9293B8}" dt="2025-09-22T04:12:27.015" v="591" actId="404"/>
          <ac:spMkLst>
            <pc:docMk/>
            <pc:sldMk cId="3916788613" sldId="296"/>
            <ac:spMk id="9" creationId="{5DBCE864-823D-4A13-9607-5DA1F0ED5FB8}"/>
          </ac:spMkLst>
        </pc:spChg>
        <pc:spChg chg="del">
          <ac:chgData name="RISHI KUMAR BAGRIA" userId="83cbfe0ed4c50d92" providerId="LiveId" clId="{F050306F-CC6D-46E1-A236-DEEB2D9293B8}" dt="2025-09-22T04:28:18.250" v="665" actId="478"/>
          <ac:spMkLst>
            <pc:docMk/>
            <pc:sldMk cId="3916788613" sldId="296"/>
            <ac:spMk id="10" creationId="{AD4F69D3-EEB0-4C4C-9434-B9960FB5854C}"/>
          </ac:spMkLst>
        </pc:spChg>
        <pc:spChg chg="mod">
          <ac:chgData name="RISHI KUMAR BAGRIA" userId="83cbfe0ed4c50d92" providerId="LiveId" clId="{F050306F-CC6D-46E1-A236-DEEB2D9293B8}" dt="2025-09-23T15:56:10.221" v="1004" actId="313"/>
          <ac:spMkLst>
            <pc:docMk/>
            <pc:sldMk cId="3916788613" sldId="296"/>
            <ac:spMk id="17410" creationId="{00000000-0000-0000-0000-000000000000}"/>
          </ac:spMkLst>
        </pc:spChg>
      </pc:sldChg>
      <pc:sldChg chg="addSp delSp modSp new">
        <pc:chgData name="RISHI KUMAR BAGRIA" userId="83cbfe0ed4c50d92" providerId="LiveId" clId="{F050306F-CC6D-46E1-A236-DEEB2D9293B8}" dt="2025-09-21T17:32:53.226" v="555"/>
        <pc:sldMkLst>
          <pc:docMk/>
          <pc:sldMk cId="1511225036" sldId="297"/>
        </pc:sldMkLst>
        <pc:spChg chg="del">
          <ac:chgData name="RISHI KUMAR BAGRIA" userId="83cbfe0ed4c50d92" providerId="LiveId" clId="{F050306F-CC6D-46E1-A236-DEEB2D9293B8}" dt="2025-09-21T17:32:53.226" v="555"/>
          <ac:spMkLst>
            <pc:docMk/>
            <pc:sldMk cId="1511225036" sldId="297"/>
            <ac:spMk id="2" creationId="{36BD8A45-FCA3-CF40-A605-15F9C90B061D}"/>
          </ac:spMkLst>
        </pc:spChg>
        <pc:spChg chg="add mod">
          <ac:chgData name="RISHI KUMAR BAGRIA" userId="83cbfe0ed4c50d92" providerId="LiveId" clId="{F050306F-CC6D-46E1-A236-DEEB2D9293B8}" dt="2025-09-21T17:32:53.226" v="555"/>
          <ac:spMkLst>
            <pc:docMk/>
            <pc:sldMk cId="1511225036" sldId="297"/>
            <ac:spMk id="4" creationId="{0BF45BBD-9CDC-E07F-BCDA-5292CCCCBD9E}"/>
          </ac:spMkLst>
        </pc:spChg>
      </pc:sldChg>
      <pc:sldChg chg="del">
        <pc:chgData name="RISHI KUMAR BAGRIA" userId="83cbfe0ed4c50d92" providerId="LiveId" clId="{F050306F-CC6D-46E1-A236-DEEB2D9293B8}" dt="2025-09-21T17:06:31.562" v="549" actId="47"/>
        <pc:sldMkLst>
          <pc:docMk/>
          <pc:sldMk cId="1588084416" sldId="297"/>
        </pc:sldMkLst>
      </pc:sldChg>
      <pc:sldChg chg="addSp delSp modSp new del">
        <pc:chgData name="RISHI KUMAR BAGRIA" userId="83cbfe0ed4c50d92" providerId="LiveId" clId="{F050306F-CC6D-46E1-A236-DEEB2D9293B8}" dt="2025-09-23T15:48:58.596" v="813" actId="47"/>
        <pc:sldMkLst>
          <pc:docMk/>
          <pc:sldMk cId="1649142643" sldId="297"/>
        </pc:sldMkLst>
        <pc:spChg chg="del">
          <ac:chgData name="RISHI KUMAR BAGRIA" userId="83cbfe0ed4c50d92" providerId="LiveId" clId="{F050306F-CC6D-46E1-A236-DEEB2D9293B8}" dt="2025-09-23T15:45:53.149" v="737"/>
          <ac:spMkLst>
            <pc:docMk/>
            <pc:sldMk cId="1649142643" sldId="297"/>
            <ac:spMk id="3" creationId="{70B304A5-C716-6D6C-C195-A56548AD21F5}"/>
          </ac:spMkLst>
        </pc:spChg>
        <pc:spChg chg="add mod">
          <ac:chgData name="RISHI KUMAR BAGRIA" userId="83cbfe0ed4c50d92" providerId="LiveId" clId="{F050306F-CC6D-46E1-A236-DEEB2D9293B8}" dt="2025-09-23T15:45:53.149" v="737"/>
          <ac:spMkLst>
            <pc:docMk/>
            <pc:sldMk cId="1649142643" sldId="297"/>
            <ac:spMk id="6" creationId="{0908759C-AEAF-7BCB-D3AC-3943196169AF}"/>
          </ac:spMkLst>
        </pc:spChg>
      </pc:sldChg>
      <pc:sldChg chg="add del">
        <pc:chgData name="RISHI KUMAR BAGRIA" userId="83cbfe0ed4c50d92" providerId="LiveId" clId="{F050306F-CC6D-46E1-A236-DEEB2D9293B8}" dt="2025-09-23T15:45:37.614" v="734"/>
        <pc:sldMkLst>
          <pc:docMk/>
          <pc:sldMk cId="366203611" sldId="298"/>
        </pc:sldMkLst>
      </pc:sldChg>
      <pc:sldChg chg="addSp delSp modSp new">
        <pc:chgData name="RISHI KUMAR BAGRIA" userId="83cbfe0ed4c50d92" providerId="LiveId" clId="{F050306F-CC6D-46E1-A236-DEEB2D9293B8}" dt="2025-09-20T04:21:00.942" v="201"/>
        <pc:sldMkLst>
          <pc:docMk/>
          <pc:sldMk cId="479359659" sldId="298"/>
        </pc:sldMkLst>
        <pc:spChg chg="del">
          <ac:chgData name="RISHI KUMAR BAGRIA" userId="83cbfe0ed4c50d92" providerId="LiveId" clId="{F050306F-CC6D-46E1-A236-DEEB2D9293B8}" dt="2025-09-20T04:21:00.942" v="201"/>
          <ac:spMkLst>
            <pc:docMk/>
            <pc:sldMk cId="479359659" sldId="298"/>
            <ac:spMk id="3" creationId="{E7B6B887-9A66-36AD-B5A6-430645FB1EA7}"/>
          </ac:spMkLst>
        </pc:spChg>
        <pc:spChg chg="add mod">
          <ac:chgData name="RISHI KUMAR BAGRIA" userId="83cbfe0ed4c50d92" providerId="LiveId" clId="{F050306F-CC6D-46E1-A236-DEEB2D9293B8}" dt="2025-09-20T04:21:00.942" v="201"/>
          <ac:spMkLst>
            <pc:docMk/>
            <pc:sldMk cId="479359659" sldId="298"/>
            <ac:spMk id="6" creationId="{BB676006-8F75-33F8-E8F3-B126A1F30B8B}"/>
          </ac:spMkLst>
        </pc:spChg>
      </pc:sldChg>
      <pc:sldChg chg="add del">
        <pc:chgData name="RISHI KUMAR BAGRIA" userId="83cbfe0ed4c50d92" providerId="LiveId" clId="{F050306F-CC6D-46E1-A236-DEEB2D9293B8}" dt="2025-09-23T15:45:40.871" v="736"/>
        <pc:sldMkLst>
          <pc:docMk/>
          <pc:sldMk cId="2182771162" sldId="298"/>
        </pc:sldMkLst>
      </pc:sldChg>
      <pc:sldChg chg="addSp delSp modSp new del mod">
        <pc:chgData name="RISHI KUMAR BAGRIA" userId="83cbfe0ed4c50d92" providerId="LiveId" clId="{F050306F-CC6D-46E1-A236-DEEB2D9293B8}" dt="2025-09-20T04:14:33.445" v="175" actId="47"/>
        <pc:sldMkLst>
          <pc:docMk/>
          <pc:sldMk cId="3256134655" sldId="298"/>
        </pc:sldMkLst>
        <pc:spChg chg="del">
          <ac:chgData name="RISHI KUMAR BAGRIA" userId="83cbfe0ed4c50d92" providerId="LiveId" clId="{F050306F-CC6D-46E1-A236-DEEB2D9293B8}" dt="2025-09-20T04:07:57.518" v="147"/>
          <ac:spMkLst>
            <pc:docMk/>
            <pc:sldMk cId="3256134655" sldId="298"/>
            <ac:spMk id="3" creationId="{9CDC36A6-BB4C-4708-1B00-9614162EF728}"/>
          </ac:spMkLst>
        </pc:spChg>
        <pc:spChg chg="add mod">
          <ac:chgData name="RISHI KUMAR BAGRIA" userId="83cbfe0ed4c50d92" providerId="LiveId" clId="{F050306F-CC6D-46E1-A236-DEEB2D9293B8}" dt="2025-09-20T04:08:03.779" v="149" actId="15"/>
          <ac:spMkLst>
            <pc:docMk/>
            <pc:sldMk cId="3256134655" sldId="298"/>
            <ac:spMk id="6" creationId="{6273A720-4EDC-BD7E-BAAA-DE7F5143FF5A}"/>
          </ac:spMkLst>
        </pc:spChg>
      </pc:sldChg>
    </pc:docChg>
  </pc:docChgLst>
  <pc:docChgLst>
    <pc:chgData name="Guest User" providerId="Windows Live" clId="Web-{F42EA03A-7A66-10FA-1BCF-783E47500915}"/>
    <pc:docChg chg="modSld">
      <pc:chgData name="Guest User" userId="" providerId="Windows Live" clId="Web-{F42EA03A-7A66-10FA-1BCF-783E47500915}" dt="2025-09-21T19:16:25.724" v="10" actId="20577"/>
      <pc:docMkLst>
        <pc:docMk/>
      </pc:docMkLst>
      <pc:sldChg chg="modSp">
        <pc:chgData name="Guest User" userId="" providerId="Windows Live" clId="Web-{F42EA03A-7A66-10FA-1BCF-783E47500915}" dt="2025-09-21T17:26:12.494" v="8" actId="20577"/>
        <pc:sldMkLst>
          <pc:docMk/>
          <pc:sldMk cId="0" sldId="290"/>
        </pc:sldMkLst>
        <pc:spChg chg="mod">
          <ac:chgData name="Guest User" userId="" providerId="Windows Live" clId="Web-{F42EA03A-7A66-10FA-1BCF-783E47500915}" dt="2025-09-21T17:26:12.494" v="8" actId="20577"/>
          <ac:spMkLst>
            <pc:docMk/>
            <pc:sldMk cId="0" sldId="290"/>
            <ac:spMk id="63" creationId="{10F8ADCA-B92F-BD37-1A35-9555A5F6138C}"/>
          </ac:spMkLst>
        </pc:spChg>
      </pc:sldChg>
      <pc:sldChg chg="modSp">
        <pc:chgData name="Guest User" userId="" providerId="Windows Live" clId="Web-{F42EA03A-7A66-10FA-1BCF-783E47500915}" dt="2025-09-21T19:16:25.724" v="10" actId="20577"/>
        <pc:sldMkLst>
          <pc:docMk/>
          <pc:sldMk cId="0" sldId="291"/>
        </pc:sldMkLst>
        <pc:spChg chg="mod">
          <ac:chgData name="Guest User" userId="" providerId="Windows Live" clId="Web-{F42EA03A-7A66-10FA-1BCF-783E47500915}" dt="2025-09-21T19:16:25.724" v="10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  <pc:docChgLst>
    <pc:chgData clId="Web-{9BBC0F70-E9E3-8173-830C-473AF08FA8E0}"/>
    <pc:docChg chg="addSld">
      <pc:chgData name="" userId="" providerId="" clId="Web-{9BBC0F70-E9E3-8173-830C-473AF08FA8E0}" dt="2025-09-21T15:49:26.155" v="0"/>
      <pc:docMkLst>
        <pc:docMk/>
      </pc:docMkLst>
      <pc:sldChg chg="new">
        <pc:chgData name="" userId="" providerId="" clId="Web-{9BBC0F70-E9E3-8173-830C-473AF08FA8E0}" dt="2025-09-21T15:49:26.155" v="0"/>
        <pc:sldMkLst>
          <pc:docMk/>
          <pc:sldMk cId="3952296043" sldId="298"/>
        </pc:sldMkLst>
      </pc:sldChg>
    </pc:docChg>
  </pc:docChgLst>
  <pc:docChgLst>
    <pc:chgData name="Guest User" providerId="Windows Live" clId="Web-{ADDF7C90-93E7-7C0F-71B0-EB051FF61AFA}"/>
    <pc:docChg chg="modSld">
      <pc:chgData name="Guest User" userId="" providerId="Windows Live" clId="Web-{ADDF7C90-93E7-7C0F-71B0-EB051FF61AFA}" dt="2025-09-22T02:06:29.819" v="9" actId="20577"/>
      <pc:docMkLst>
        <pc:docMk/>
      </pc:docMkLst>
      <pc:sldChg chg="modSp">
        <pc:chgData name="Guest User" userId="" providerId="Windows Live" clId="Web-{ADDF7C90-93E7-7C0F-71B0-EB051FF61AFA}" dt="2025-09-22T02:06:29.819" v="9" actId="20577"/>
        <pc:sldMkLst>
          <pc:docMk/>
          <pc:sldMk cId="0" sldId="290"/>
        </pc:sldMkLst>
        <pc:spChg chg="mod">
          <ac:chgData name="Guest User" userId="" providerId="Windows Live" clId="Web-{ADDF7C90-93E7-7C0F-71B0-EB051FF61AFA}" dt="2025-09-22T02:06:29.819" v="9" actId="20577"/>
          <ac:spMkLst>
            <pc:docMk/>
            <pc:sldMk cId="0" sldId="290"/>
            <ac:spMk id="63" creationId="{10F8ADCA-B92F-BD37-1A35-9555A5F6138C}"/>
          </ac:spMkLst>
        </pc:spChg>
      </pc:sldChg>
    </pc:docChg>
  </pc:docChgLst>
  <pc:docChgLst>
    <pc:chgData name="Guest User" providerId="Windows Live" clId="Web-{CC92DF2E-FFB3-3E04-DCA9-05D516ABF422}"/>
    <pc:docChg chg="modSld">
      <pc:chgData name="Guest User" userId="" providerId="Windows Live" clId="Web-{CC92DF2E-FFB3-3E04-DCA9-05D516ABF422}" dt="2025-09-21T12:56:35.788" v="27" actId="1076"/>
      <pc:docMkLst>
        <pc:docMk/>
      </pc:docMkLst>
      <pc:sldChg chg="modSp">
        <pc:chgData name="Guest User" userId="" providerId="Windows Live" clId="Web-{CC92DF2E-FFB3-3E04-DCA9-05D516ABF422}" dt="2025-09-21T12:56:35.788" v="27" actId="1076"/>
        <pc:sldMkLst>
          <pc:docMk/>
          <pc:sldMk cId="0" sldId="290"/>
        </pc:sldMkLst>
        <pc:spChg chg="mod">
          <ac:chgData name="Guest User" userId="" providerId="Windows Live" clId="Web-{CC92DF2E-FFB3-3E04-DCA9-05D516ABF422}" dt="2025-09-21T12:56:35.319" v="1" actId="1076"/>
          <ac:spMkLst>
            <pc:docMk/>
            <pc:sldMk cId="0" sldId="290"/>
            <ac:spMk id="2" creationId="{3600E6F3-9DBA-F400-0239-99C3562AA9AF}"/>
          </ac:spMkLst>
        </pc:spChg>
        <pc:spChg chg="mod">
          <ac:chgData name="Guest User" userId="" providerId="Windows Live" clId="Web-{CC92DF2E-FFB3-3E04-DCA9-05D516ABF422}" dt="2025-09-21T12:56:35.335" v="2" actId="1076"/>
          <ac:spMkLst>
            <pc:docMk/>
            <pc:sldMk cId="0" sldId="290"/>
            <ac:spMk id="5" creationId="{49D98339-168F-F522-9E86-3628DC19339E}"/>
          </ac:spMkLst>
        </pc:spChg>
        <pc:spChg chg="mod">
          <ac:chgData name="Guest User" userId="" providerId="Windows Live" clId="Web-{CC92DF2E-FFB3-3E04-DCA9-05D516ABF422}" dt="2025-09-21T12:56:35.288" v="0" actId="1076"/>
          <ac:spMkLst>
            <pc:docMk/>
            <pc:sldMk cId="0" sldId="290"/>
            <ac:spMk id="11" creationId="{89463B1C-1C7C-62E5-2CFD-E41AB067719C}"/>
          </ac:spMkLst>
        </pc:spChg>
        <pc:spChg chg="mod">
          <ac:chgData name="Guest User" userId="" providerId="Windows Live" clId="Web-{CC92DF2E-FFB3-3E04-DCA9-05D516ABF422}" dt="2025-09-21T12:56:35.350" v="3" actId="1076"/>
          <ac:spMkLst>
            <pc:docMk/>
            <pc:sldMk cId="0" sldId="290"/>
            <ac:spMk id="12" creationId="{D631DB51-5D7F-3E5C-AF23-086EF36CC035}"/>
          </ac:spMkLst>
        </pc:spChg>
        <pc:spChg chg="mod">
          <ac:chgData name="Guest User" userId="" providerId="Windows Live" clId="Web-{CC92DF2E-FFB3-3E04-DCA9-05D516ABF422}" dt="2025-09-21T12:56:35.366" v="4" actId="1076"/>
          <ac:spMkLst>
            <pc:docMk/>
            <pc:sldMk cId="0" sldId="290"/>
            <ac:spMk id="15" creationId="{0FAFC9BE-B9AD-7C67-3AC5-39EF919882FA}"/>
          </ac:spMkLst>
        </pc:spChg>
        <pc:spChg chg="mod">
          <ac:chgData name="Guest User" userId="" providerId="Windows Live" clId="Web-{CC92DF2E-FFB3-3E04-DCA9-05D516ABF422}" dt="2025-09-21T12:56:35.397" v="5" actId="1076"/>
          <ac:spMkLst>
            <pc:docMk/>
            <pc:sldMk cId="0" sldId="290"/>
            <ac:spMk id="16" creationId="{E3B75C45-65C5-5520-33DC-4508F8154D13}"/>
          </ac:spMkLst>
        </pc:spChg>
        <pc:spChg chg="mod">
          <ac:chgData name="Guest User" userId="" providerId="Windows Live" clId="Web-{CC92DF2E-FFB3-3E04-DCA9-05D516ABF422}" dt="2025-09-21T12:56:35.444" v="6" actId="1076"/>
          <ac:spMkLst>
            <pc:docMk/>
            <pc:sldMk cId="0" sldId="290"/>
            <ac:spMk id="17" creationId="{18484313-3830-4A60-9548-B76B9E134136}"/>
          </ac:spMkLst>
        </pc:spChg>
        <pc:spChg chg="mod">
          <ac:chgData name="Guest User" userId="" providerId="Windows Live" clId="Web-{CC92DF2E-FFB3-3E04-DCA9-05D516ABF422}" dt="2025-09-21T12:56:35.460" v="7" actId="1076"/>
          <ac:spMkLst>
            <pc:docMk/>
            <pc:sldMk cId="0" sldId="290"/>
            <ac:spMk id="18" creationId="{D3E2CF3E-EFAF-E634-9718-563C270C7B05}"/>
          </ac:spMkLst>
        </pc:spChg>
        <pc:spChg chg="mod">
          <ac:chgData name="Guest User" userId="" providerId="Windows Live" clId="Web-{CC92DF2E-FFB3-3E04-DCA9-05D516ABF422}" dt="2025-09-21T12:56:35.475" v="8" actId="1076"/>
          <ac:spMkLst>
            <pc:docMk/>
            <pc:sldMk cId="0" sldId="290"/>
            <ac:spMk id="19" creationId="{2937C169-D26B-EBD5-D750-E9A8F401C62F}"/>
          </ac:spMkLst>
        </pc:spChg>
        <pc:spChg chg="mod">
          <ac:chgData name="Guest User" userId="" providerId="Windows Live" clId="Web-{CC92DF2E-FFB3-3E04-DCA9-05D516ABF422}" dt="2025-09-21T12:56:35.507" v="9" actId="1076"/>
          <ac:spMkLst>
            <pc:docMk/>
            <pc:sldMk cId="0" sldId="290"/>
            <ac:spMk id="20" creationId="{198C8478-EF43-0690-9864-50F4EC86AC43}"/>
          </ac:spMkLst>
        </pc:spChg>
        <pc:spChg chg="mod">
          <ac:chgData name="Guest User" userId="" providerId="Windows Live" clId="Web-{CC92DF2E-FFB3-3E04-DCA9-05D516ABF422}" dt="2025-09-21T12:56:35.522" v="10" actId="1076"/>
          <ac:spMkLst>
            <pc:docMk/>
            <pc:sldMk cId="0" sldId="290"/>
            <ac:spMk id="21" creationId="{2910DDA6-37BA-8C2D-1E9D-A667594C402D}"/>
          </ac:spMkLst>
        </pc:spChg>
        <pc:spChg chg="mod">
          <ac:chgData name="Guest User" userId="" providerId="Windows Live" clId="Web-{CC92DF2E-FFB3-3E04-DCA9-05D516ABF422}" dt="2025-09-21T12:56:35.538" v="11" actId="1076"/>
          <ac:spMkLst>
            <pc:docMk/>
            <pc:sldMk cId="0" sldId="290"/>
            <ac:spMk id="22" creationId="{0F03C5C7-8200-8748-0B8C-496F8F20894D}"/>
          </ac:spMkLst>
        </pc:spChg>
        <pc:cxnChg chg="mod">
          <ac:chgData name="Guest User" userId="" providerId="Windows Live" clId="Web-{CC92DF2E-FFB3-3E04-DCA9-05D516ABF422}" dt="2025-09-21T12:56:35.554" v="12" actId="1076"/>
          <ac:cxnSpMkLst>
            <pc:docMk/>
            <pc:sldMk cId="0" sldId="290"/>
            <ac:cxnSpMk id="24" creationId="{B2815815-A6A6-BEE0-446F-ED9BFAE09075}"/>
          </ac:cxnSpMkLst>
        </pc:cxnChg>
        <pc:cxnChg chg="mod">
          <ac:chgData name="Guest User" userId="" providerId="Windows Live" clId="Web-{CC92DF2E-FFB3-3E04-DCA9-05D516ABF422}" dt="2025-09-21T12:56:35.569" v="13" actId="1076"/>
          <ac:cxnSpMkLst>
            <pc:docMk/>
            <pc:sldMk cId="0" sldId="290"/>
            <ac:cxnSpMk id="25" creationId="{28D45DEB-EE89-0F9D-BF73-7A4E188BA233}"/>
          </ac:cxnSpMkLst>
        </pc:cxnChg>
        <pc:cxnChg chg="mod">
          <ac:chgData name="Guest User" userId="" providerId="Windows Live" clId="Web-{CC92DF2E-FFB3-3E04-DCA9-05D516ABF422}" dt="2025-09-21T12:56:35.585" v="14" actId="1076"/>
          <ac:cxnSpMkLst>
            <pc:docMk/>
            <pc:sldMk cId="0" sldId="290"/>
            <ac:cxnSpMk id="28" creationId="{85A0AD51-739A-BD0D-4E94-03D50EC17493}"/>
          </ac:cxnSpMkLst>
        </pc:cxnChg>
        <pc:cxnChg chg="mod">
          <ac:chgData name="Guest User" userId="" providerId="Windows Live" clId="Web-{CC92DF2E-FFB3-3E04-DCA9-05D516ABF422}" dt="2025-09-21T12:56:35.600" v="15" actId="1076"/>
          <ac:cxnSpMkLst>
            <pc:docMk/>
            <pc:sldMk cId="0" sldId="290"/>
            <ac:cxnSpMk id="32" creationId="{5315C4D0-0025-5B08-8ABD-07ED54982AB4}"/>
          </ac:cxnSpMkLst>
        </pc:cxnChg>
        <pc:cxnChg chg="mod">
          <ac:chgData name="Guest User" userId="" providerId="Windows Live" clId="Web-{CC92DF2E-FFB3-3E04-DCA9-05D516ABF422}" dt="2025-09-21T12:56:35.616" v="16" actId="1076"/>
          <ac:cxnSpMkLst>
            <pc:docMk/>
            <pc:sldMk cId="0" sldId="290"/>
            <ac:cxnSpMk id="33" creationId="{91E195D4-3AE2-03C6-4273-D67393CB5F69}"/>
          </ac:cxnSpMkLst>
        </pc:cxnChg>
        <pc:cxnChg chg="mod">
          <ac:chgData name="Guest User" userId="" providerId="Windows Live" clId="Web-{CC92DF2E-FFB3-3E04-DCA9-05D516ABF422}" dt="2025-09-21T12:56:35.632" v="17" actId="1076"/>
          <ac:cxnSpMkLst>
            <pc:docMk/>
            <pc:sldMk cId="0" sldId="290"/>
            <ac:cxnSpMk id="36" creationId="{A6F18609-CACB-735C-E653-492E19383DEA}"/>
          </ac:cxnSpMkLst>
        </pc:cxnChg>
        <pc:cxnChg chg="mod">
          <ac:chgData name="Guest User" userId="" providerId="Windows Live" clId="Web-{CC92DF2E-FFB3-3E04-DCA9-05D516ABF422}" dt="2025-09-21T12:56:35.647" v="18" actId="1076"/>
          <ac:cxnSpMkLst>
            <pc:docMk/>
            <pc:sldMk cId="0" sldId="290"/>
            <ac:cxnSpMk id="37" creationId="{03807A0A-22FC-1303-CF07-0E78870A2349}"/>
          </ac:cxnSpMkLst>
        </pc:cxnChg>
        <pc:cxnChg chg="mod">
          <ac:chgData name="Guest User" userId="" providerId="Windows Live" clId="Web-{CC92DF2E-FFB3-3E04-DCA9-05D516ABF422}" dt="2025-09-21T12:56:35.663" v="19" actId="1076"/>
          <ac:cxnSpMkLst>
            <pc:docMk/>
            <pc:sldMk cId="0" sldId="290"/>
            <ac:cxnSpMk id="38" creationId="{23032F1C-BE2D-33CB-EFA2-7BB3A6511D54}"/>
          </ac:cxnSpMkLst>
        </pc:cxnChg>
        <pc:cxnChg chg="mod">
          <ac:chgData name="Guest User" userId="" providerId="Windows Live" clId="Web-{CC92DF2E-FFB3-3E04-DCA9-05D516ABF422}" dt="2025-09-21T12:56:35.679" v="20" actId="1076"/>
          <ac:cxnSpMkLst>
            <pc:docMk/>
            <pc:sldMk cId="0" sldId="290"/>
            <ac:cxnSpMk id="40" creationId="{1AFF9F6B-09F7-D450-A2F7-8472E7D227B5}"/>
          </ac:cxnSpMkLst>
        </pc:cxnChg>
        <pc:cxnChg chg="mod">
          <ac:chgData name="Guest User" userId="" providerId="Windows Live" clId="Web-{CC92DF2E-FFB3-3E04-DCA9-05D516ABF422}" dt="2025-09-21T12:56:35.694" v="21" actId="1076"/>
          <ac:cxnSpMkLst>
            <pc:docMk/>
            <pc:sldMk cId="0" sldId="290"/>
            <ac:cxnSpMk id="48" creationId="{42EE82FF-9FB0-CCED-BEAA-91ADC74F4C85}"/>
          </ac:cxnSpMkLst>
        </pc:cxnChg>
        <pc:cxnChg chg="mod">
          <ac:chgData name="Guest User" userId="" providerId="Windows Live" clId="Web-{CC92DF2E-FFB3-3E04-DCA9-05D516ABF422}" dt="2025-09-21T12:56:35.710" v="22" actId="1076"/>
          <ac:cxnSpMkLst>
            <pc:docMk/>
            <pc:sldMk cId="0" sldId="290"/>
            <ac:cxnSpMk id="52" creationId="{269F477C-19B0-2122-29FA-495342731950}"/>
          </ac:cxnSpMkLst>
        </pc:cxnChg>
        <pc:cxnChg chg="mod">
          <ac:chgData name="Guest User" userId="" providerId="Windows Live" clId="Web-{CC92DF2E-FFB3-3E04-DCA9-05D516ABF422}" dt="2025-09-21T12:56:35.725" v="23" actId="1076"/>
          <ac:cxnSpMkLst>
            <pc:docMk/>
            <pc:sldMk cId="0" sldId="290"/>
            <ac:cxnSpMk id="54" creationId="{34D97408-039A-9BB0-65AC-8198C58F02DA}"/>
          </ac:cxnSpMkLst>
        </pc:cxnChg>
        <pc:cxnChg chg="mod">
          <ac:chgData name="Guest User" userId="" providerId="Windows Live" clId="Web-{CC92DF2E-FFB3-3E04-DCA9-05D516ABF422}" dt="2025-09-21T12:56:35.741" v="24" actId="1076"/>
          <ac:cxnSpMkLst>
            <pc:docMk/>
            <pc:sldMk cId="0" sldId="290"/>
            <ac:cxnSpMk id="55" creationId="{FE4D8FC6-9E65-F5C2-32E2-7DD51F7DBD24}"/>
          </ac:cxnSpMkLst>
        </pc:cxnChg>
        <pc:cxnChg chg="mod">
          <ac:chgData name="Guest User" userId="" providerId="Windows Live" clId="Web-{CC92DF2E-FFB3-3E04-DCA9-05D516ABF422}" dt="2025-09-21T12:56:35.757" v="25" actId="1076"/>
          <ac:cxnSpMkLst>
            <pc:docMk/>
            <pc:sldMk cId="0" sldId="290"/>
            <ac:cxnSpMk id="57" creationId="{DC02C962-3BC0-76CF-6B19-65E12257DCB8}"/>
          </ac:cxnSpMkLst>
        </pc:cxnChg>
        <pc:cxnChg chg="mod">
          <ac:chgData name="Guest User" userId="" providerId="Windows Live" clId="Web-{CC92DF2E-FFB3-3E04-DCA9-05D516ABF422}" dt="2025-09-21T12:56:35.772" v="26" actId="1076"/>
          <ac:cxnSpMkLst>
            <pc:docMk/>
            <pc:sldMk cId="0" sldId="290"/>
            <ac:cxnSpMk id="59" creationId="{77435FF1-FD7A-CE3B-8132-5D6862926784}"/>
          </ac:cxnSpMkLst>
        </pc:cxnChg>
        <pc:cxnChg chg="mod">
          <ac:chgData name="Guest User" userId="" providerId="Windows Live" clId="Web-{CC92DF2E-FFB3-3E04-DCA9-05D516ABF422}" dt="2025-09-21T12:56:35.788" v="27" actId="1076"/>
          <ac:cxnSpMkLst>
            <pc:docMk/>
            <pc:sldMk cId="0" sldId="290"/>
            <ac:cxnSpMk id="62" creationId="{12357049-6707-F40B-D630-8175A344DF6F}"/>
          </ac:cxnSpMkLst>
        </pc:cxnChg>
      </pc:sldChg>
    </pc:docChg>
  </pc:docChgLst>
  <pc:docChgLst>
    <pc:chgData name="Guest User" providerId="Windows Live" clId="Web-{9BBC0F70-E9E3-8173-830C-473AF08FA8E0}"/>
    <pc:docChg chg="delSld modSld">
      <pc:chgData name="Guest User" userId="" providerId="Windows Live" clId="Web-{9BBC0F70-E9E3-8173-830C-473AF08FA8E0}" dt="2025-09-22T01:33:19.786" v="1" actId="1076"/>
      <pc:docMkLst>
        <pc:docMk/>
      </pc:docMkLst>
      <pc:sldChg chg="modSp">
        <pc:chgData name="Guest User" userId="" providerId="Windows Live" clId="Web-{9BBC0F70-E9E3-8173-830C-473AF08FA8E0}" dt="2025-09-22T01:33:19.786" v="1" actId="1076"/>
        <pc:sldMkLst>
          <pc:docMk/>
          <pc:sldMk cId="0" sldId="281"/>
        </pc:sldMkLst>
        <pc:spChg chg="mod">
          <ac:chgData name="Guest User" userId="" providerId="Windows Live" clId="Web-{9BBC0F70-E9E3-8173-830C-473AF08FA8E0}" dt="2025-09-22T01:33:19.786" v="1" actId="1076"/>
          <ac:spMkLst>
            <pc:docMk/>
            <pc:sldMk cId="0" sldId="281"/>
            <ac:spMk id="5" creationId="{3C09C731-6641-8E61-DD3B-5543DCF8E704}"/>
          </ac:spMkLst>
        </pc:spChg>
      </pc:sldChg>
      <pc:sldChg chg="del">
        <pc:chgData name="Guest User" userId="" providerId="Windows Live" clId="Web-{9BBC0F70-E9E3-8173-830C-473AF08FA8E0}" dt="2025-09-21T15:52:44.959" v="0"/>
        <pc:sldMkLst>
          <pc:docMk/>
          <pc:sldMk cId="3952296043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72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yush.gov.i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link.springer.com/" TargetMode="External"/><Relationship Id="rId4" Type="http://schemas.openxmlformats.org/officeDocument/2006/relationships/hyperlink" Target="https://www.who.int/health-topics/nutri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64723" y="172571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670474" cy="1752600"/>
          </a:xfrm>
        </p:spPr>
        <p:txBody>
          <a:bodyPr/>
          <a:lstStyle/>
          <a:p>
            <a:endParaRPr lang="en-US" sz="28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IN" sz="2800" b="1" dirty="0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Ayura</a:t>
            </a:r>
            <a:r>
              <a:rPr lang="en-IN" sz="28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: Ayurvedic Diet Plan Manager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3816" y="2103015"/>
            <a:ext cx="5924550" cy="420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600" dirty="0"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Problem Statement ID –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en-US" sz="1600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SIH25024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Problem Statement Title- </a:t>
            </a:r>
            <a:r>
              <a:rPr lang="en-US" sz="1600" dirty="0">
                <a:latin typeface="Calibri"/>
                <a:ea typeface="Calibri"/>
                <a:cs typeface="Calibri"/>
              </a:rPr>
              <a:t>Comprehensive Cloud-Based Practice Management &amp; Nutrient Analysis Software for Ayurvedic Dietitians, Tailored for Ayurveda-Focused Diet Plans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Theme- </a:t>
            </a:r>
            <a:r>
              <a:rPr lang="en-US" sz="1000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HealthTech</a:t>
            </a:r>
            <a:endParaRPr lang="en-US" sz="1600" dirty="0">
              <a:solidFill>
                <a:srgbClr val="212529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PS Category- Software/Hardware- </a:t>
            </a:r>
            <a:r>
              <a:rPr lang="en-US" sz="1600" dirty="0">
                <a:latin typeface="Arial"/>
                <a:ea typeface="ＭＳ Ｐゴシック"/>
                <a:cs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/>
                <a:ea typeface="ＭＳ Ｐゴシック"/>
                <a:cs typeface="Arial"/>
              </a:rPr>
              <a:t>Team Name (Registered on portal)- </a:t>
            </a:r>
            <a:r>
              <a:rPr lang="en-US" sz="1600" dirty="0">
                <a:latin typeface="Arial"/>
                <a:ea typeface="ＭＳ Ｐゴシック"/>
                <a:cs typeface="Arial"/>
              </a:rPr>
              <a:t>Digital Dynamo</a:t>
            </a:r>
            <a:endParaRPr lang="en-IN" sz="1600" dirty="0">
              <a:latin typeface="Arial"/>
              <a:ea typeface="ＭＳ Ｐゴシック"/>
              <a:cs typeface="Arial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EB4EF6-CE86-3931-983F-CB4380151048}"/>
              </a:ext>
            </a:extLst>
          </p:cNvPr>
          <p:cNvSpPr txBox="1"/>
          <p:nvPr/>
        </p:nvSpPr>
        <p:spPr>
          <a:xfrm>
            <a:off x="1387928" y="1306285"/>
            <a:ext cx="846709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2000" b="1" dirty="0">
                <a:latin typeface="Calibri"/>
                <a:ea typeface="Calibri"/>
                <a:cs typeface="Calibri"/>
              </a:rPr>
              <a:t>Proposed Solution: Ayurvedic Diet Management Software</a:t>
            </a:r>
            <a:endParaRPr lang="en-US" sz="2000" b="1" dirty="0">
              <a:ea typeface="Calibri"/>
              <a:cs typeface="Calibri" pitchFamily="34" charset="0"/>
            </a:endParaRP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44502F51-1D14-D4BF-87D4-6B8D0AE66F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43297" cy="86829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ea typeface="Calibri"/>
                <a:cs typeface="Calibri"/>
              </a:rPr>
              <a:t>Digital </a:t>
            </a:r>
          </a:p>
          <a:p>
            <a:pPr algn="ctr"/>
            <a:r>
              <a:rPr lang="en-US" sz="1400" b="1" dirty="0">
                <a:ea typeface="Calibri"/>
                <a:cs typeface="Calibri"/>
              </a:rPr>
              <a:t>Dynamo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9C731-6641-8E61-DD3B-5543DCF8E704}"/>
              </a:ext>
            </a:extLst>
          </p:cNvPr>
          <p:cNvSpPr txBox="1"/>
          <p:nvPr/>
        </p:nvSpPr>
        <p:spPr>
          <a:xfrm>
            <a:off x="329773" y="1699267"/>
            <a:ext cx="113267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b="1" dirty="0"/>
              <a:t>Detailed Explanation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Development of an </a:t>
            </a:r>
            <a:r>
              <a:rPr lang="en-US" sz="2000" b="1" dirty="0"/>
              <a:t>Ayurvedic Diet Management Software</a:t>
            </a:r>
            <a:r>
              <a:rPr lang="en-US" sz="2000" dirty="0"/>
              <a:t> for hospitals and practitioners.</a:t>
            </a:r>
          </a:p>
          <a:p>
            <a:pPr lvl="1" defTabSz="914400" eaLnBrk="0" hangingPunct="0"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automated, customized diet 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patients with easy-to-use interface.</a:t>
            </a:r>
          </a:p>
          <a:p>
            <a:pPr lvl="1" defTabSz="914400" eaLnBrk="0" hangingPunct="0"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food database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covering Indian and global cuisines.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000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/>
              <a:t>How it Addresses the Problem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Eliminates </a:t>
            </a:r>
            <a:r>
              <a:rPr lang="en-US" sz="2000" b="1" dirty="0"/>
              <a:t>manual handwritten charts</a:t>
            </a:r>
            <a:r>
              <a:rPr lang="en-US" sz="2000" dirty="0"/>
              <a:t>, saving doctors’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Bridges the gap between </a:t>
            </a:r>
            <a:r>
              <a:rPr lang="en-US" sz="2000" b="1" dirty="0"/>
              <a:t>Ayurveda and modern nutrition tracking</a:t>
            </a:r>
            <a:r>
              <a:rPr lang="en-US" sz="20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Enhances </a:t>
            </a:r>
            <a:r>
              <a:rPr lang="en-US" sz="2000" b="1" dirty="0"/>
              <a:t>patient experience</a:t>
            </a:r>
            <a:r>
              <a:rPr lang="en-US" sz="2000" dirty="0"/>
              <a:t> with clear, easy-to-follow diet plans.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Provides </a:t>
            </a:r>
            <a:r>
              <a:rPr lang="en-US" sz="2000" b="1" dirty="0"/>
              <a:t>scalable, digital, and paperless</a:t>
            </a:r>
            <a:r>
              <a:rPr lang="en-US" sz="2000" dirty="0"/>
              <a:t> solution for hospitals.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/>
              <a:t>Innovation &amp; Uniqueness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Integrates </a:t>
            </a:r>
            <a:r>
              <a:rPr lang="en-US" sz="2000" b="1" dirty="0"/>
              <a:t>scientific nutrient analysis + Ayurvedic food properties</a:t>
            </a:r>
            <a:r>
              <a:rPr lang="en-US" sz="2000" dirty="0"/>
              <a:t> in one tool.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Ensures </a:t>
            </a:r>
            <a:r>
              <a:rPr lang="en-US" sz="2000" b="1" dirty="0"/>
              <a:t>data privacy &amp; compliance</a:t>
            </a:r>
            <a:r>
              <a:rPr lang="en-US" sz="2000" dirty="0"/>
              <a:t> with health regulations.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5B484201-077E-C2F5-8B29-3A844B3F67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43297" cy="86829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ea typeface="Calibri"/>
                <a:cs typeface="Calibri"/>
              </a:rPr>
              <a:t>Digital </a:t>
            </a:r>
          </a:p>
          <a:p>
            <a:pPr algn="ctr"/>
            <a:r>
              <a:rPr lang="en-US" sz="1400" b="1" dirty="0">
                <a:ea typeface="Calibri"/>
                <a:cs typeface="Calibri"/>
              </a:rPr>
              <a:t>Dynamo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FA40F8-A8BE-751C-72CE-EFCB83851A1F}"/>
              </a:ext>
            </a:extLst>
          </p:cNvPr>
          <p:cNvCxnSpPr/>
          <p:nvPr/>
        </p:nvCxnSpPr>
        <p:spPr>
          <a:xfrm>
            <a:off x="5141989" y="1306767"/>
            <a:ext cx="0" cy="44441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FC1D24-8325-7F39-161B-BCF09F09D2EA}"/>
              </a:ext>
            </a:extLst>
          </p:cNvPr>
          <p:cNvSpPr txBox="1"/>
          <p:nvPr/>
        </p:nvSpPr>
        <p:spPr>
          <a:xfrm>
            <a:off x="776754" y="1222178"/>
            <a:ext cx="3504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Arial" pitchFamily="34" charset="0"/>
                <a:cs typeface="Arial" pitchFamily="34" charset="0"/>
              </a:rPr>
              <a:t>Technologies to be used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F8ADCA-B92F-BD37-1A35-9555A5F6138C}"/>
              </a:ext>
            </a:extLst>
          </p:cNvPr>
          <p:cNvSpPr txBox="1"/>
          <p:nvPr/>
        </p:nvSpPr>
        <p:spPr>
          <a:xfrm>
            <a:off x="360010" y="1559060"/>
            <a:ext cx="3414141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/>
                <a:ea typeface="ＭＳ Ｐゴシック"/>
                <a:cs typeface="Calibri"/>
              </a:rPr>
              <a:t>Programming Language :- </a:t>
            </a:r>
            <a:r>
              <a:rPr lang="en-US" sz="1600" dirty="0">
                <a:latin typeface="Calibri"/>
                <a:ea typeface="ＭＳ Ｐゴシック"/>
                <a:cs typeface="Calibri"/>
              </a:rPr>
              <a:t>Java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/>
                <a:ea typeface="ＭＳ Ｐゴシック"/>
                <a:cs typeface="Calibri"/>
              </a:rPr>
              <a:t>Framework :- </a:t>
            </a:r>
            <a:r>
              <a:rPr lang="en-US" sz="1600" dirty="0">
                <a:latin typeface="Calibri"/>
                <a:ea typeface="ＭＳ Ｐゴシック"/>
                <a:cs typeface="Calibri"/>
              </a:rPr>
              <a:t>Spring Boot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/>
                <a:ea typeface="ＭＳ Ｐゴシック"/>
                <a:cs typeface="Calibri"/>
              </a:rPr>
              <a:t>Build Tool :- </a:t>
            </a:r>
            <a:r>
              <a:rPr lang="en-US" sz="1600" dirty="0">
                <a:latin typeface="Calibri"/>
                <a:ea typeface="ＭＳ Ｐゴシック"/>
                <a:cs typeface="Calibri"/>
              </a:rPr>
              <a:t>Maven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/>
                <a:ea typeface="ＭＳ Ｐゴシック"/>
                <a:cs typeface="Calibri"/>
              </a:rPr>
              <a:t>Database :-  </a:t>
            </a:r>
            <a:r>
              <a:rPr lang="en-US" sz="1600" dirty="0">
                <a:latin typeface="Calibri"/>
                <a:ea typeface="ＭＳ Ｐゴシック"/>
                <a:cs typeface="Calibri"/>
              </a:rPr>
              <a:t>MySQL</a:t>
            </a:r>
            <a:endParaRPr lang="en-US" sz="1600" dirty="0"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Calibri"/>
                <a:ea typeface="ＭＳ Ｐゴシック"/>
                <a:cs typeface="Calibri"/>
              </a:rPr>
              <a:t>Frontend :-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React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JavaScript</a:t>
            </a:r>
            <a:endParaRPr lang="en-US" sz="1600" dirty="0">
              <a:latin typeface="Calibri"/>
              <a:ea typeface="ＭＳ Ｐゴシック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CSS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HTML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Calibri"/>
                <a:ea typeface="ＭＳ Ｐゴシック"/>
                <a:cs typeface="Calibri"/>
              </a:rPr>
              <a:t>Deployment :-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AWS for scalable hosting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Docker for containerization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GitHub for version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ＭＳ Ｐゴシック"/>
                <a:cs typeface="Calibri"/>
              </a:rPr>
              <a:t>GitLab for CI/CD</a:t>
            </a:r>
          </a:p>
          <a:p>
            <a:endParaRPr lang="en-IN" sz="1600" dirty="0">
              <a:latin typeface="Calibri"/>
              <a:ea typeface="ＭＳ Ｐゴシック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DE5AE4-BE55-EFC1-F2BF-3D757A22B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821" y="1120540"/>
            <a:ext cx="6453045" cy="5600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9056B1FF-1807-522F-CAD2-507BE6D156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43297" cy="86829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ea typeface="Calibri"/>
                <a:cs typeface="Calibri"/>
              </a:rPr>
              <a:t>Digital </a:t>
            </a:r>
          </a:p>
          <a:p>
            <a:pPr algn="ctr"/>
            <a:r>
              <a:rPr lang="en-US" sz="1400" b="1" dirty="0">
                <a:ea typeface="Calibri"/>
                <a:cs typeface="Calibri"/>
              </a:rPr>
              <a:t>Dynamo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BB5C9-B920-74B9-3D9E-8300140B4BFE}"/>
              </a:ext>
            </a:extLst>
          </p:cNvPr>
          <p:cNvSpPr txBox="1"/>
          <p:nvPr/>
        </p:nvSpPr>
        <p:spPr>
          <a:xfrm>
            <a:off x="501446" y="1420411"/>
            <a:ext cx="10972800" cy="51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950" b="1" dirty="0"/>
              <a:t>Feasibility</a:t>
            </a:r>
            <a:r>
              <a:rPr lang="en-US" sz="1950" dirty="0"/>
              <a:t> </a:t>
            </a:r>
          </a:p>
          <a:p>
            <a:r>
              <a:rPr lang="en-US" sz="1950" b="1" dirty="0"/>
              <a:t>This means: </a:t>
            </a:r>
            <a:r>
              <a:rPr lang="en-US" sz="1950" b="1" i="1" dirty="0"/>
              <a:t>Is it possible to make this software with the available tools, time, and skills?</a:t>
            </a:r>
            <a:endParaRPr lang="en-US" sz="195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50" b="1" dirty="0"/>
              <a:t>Technically Possible</a:t>
            </a:r>
            <a:r>
              <a:rPr lang="en-US" sz="1950" dirty="0"/>
              <a:t>: Yes! Tools like React , java and databases like MySQL can easily handle diet charts, patient data, and Ayurvedic food properties.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50" b="1" dirty="0"/>
              <a:t>Team Skills</a:t>
            </a:r>
            <a:r>
              <a:rPr lang="en-US" sz="1950" dirty="0"/>
              <a:t>: A small team with developers, designers, and one Ayurvedic expert can build a basic working prototype in a few weeks.</a:t>
            </a:r>
          </a:p>
          <a:p>
            <a:endParaRPr lang="en-US" sz="195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950" b="1" dirty="0"/>
              <a:t>Viability </a:t>
            </a:r>
          </a:p>
          <a:p>
            <a:r>
              <a:rPr lang="en-US" sz="1950" b="1" dirty="0"/>
              <a:t>This means: </a:t>
            </a:r>
            <a:r>
              <a:rPr lang="en-US" sz="1950" b="1" i="1" dirty="0"/>
              <a:t> people use it? Can it grow into a successful product?</a:t>
            </a:r>
            <a:endParaRPr lang="en-US" sz="195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50" b="1" dirty="0"/>
              <a:t>Useful for Hospitals: </a:t>
            </a:r>
            <a:r>
              <a:rPr lang="en-US" sz="1950" dirty="0"/>
              <a:t>Ayurvedic hospitals and clinics need digital tools to replace handwritten diet charts.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50" b="1" dirty="0"/>
              <a:t>Easy to grow : </a:t>
            </a:r>
            <a:r>
              <a:rPr lang="en-US" sz="1950" dirty="0"/>
              <a:t>Can be expanded to support multiple languages, regions, and even modern hospitals.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50" b="1" dirty="0"/>
              <a:t>Market Demand: </a:t>
            </a:r>
            <a:r>
              <a:rPr lang="en-US" sz="1950" dirty="0"/>
              <a:t>Ayurveda is growing in India and abroad. Doctors and patients want personalized care.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50" b="1" dirty="0"/>
              <a:t>Revenue Potential: </a:t>
            </a:r>
            <a:r>
              <a:rPr lang="en-US" sz="1950" dirty="0"/>
              <a:t>Clinics can subscribe to the software, or hospitals can integrate it into their systems.</a:t>
            </a:r>
          </a:p>
          <a:p>
            <a:endParaRPr lang="en-IN" sz="195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43297" cy="86829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ea typeface="Calibri"/>
                <a:cs typeface="Calibri"/>
              </a:rPr>
              <a:t>Digital </a:t>
            </a:r>
          </a:p>
          <a:p>
            <a:pPr algn="ctr"/>
            <a:r>
              <a:rPr lang="en-US" sz="1400" b="1" dirty="0">
                <a:ea typeface="Calibri"/>
                <a:cs typeface="Calibri"/>
              </a:rPr>
              <a:t>Dynamo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1F0134-BF13-3F6E-F4F5-2B5753460251}"/>
              </a:ext>
            </a:extLst>
          </p:cNvPr>
          <p:cNvSpPr txBox="1"/>
          <p:nvPr/>
        </p:nvSpPr>
        <p:spPr>
          <a:xfrm>
            <a:off x="457199" y="1479836"/>
            <a:ext cx="11277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u="sng" dirty="0"/>
              <a:t>IMPACT AND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Digitizes Ayurvedic diet planning fast and accurate—no more manual charts.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doctors’ time by automating diet chart creation , so doctors can focus more on patients.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Ayurvedic wisdom with modern nutrition science for better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clear food guidance, which helps improve recovery and overall wellness.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Enhances data privacy with secure patient records.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u="sng" dirty="0"/>
              <a:t>Benefits of the solution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Social Benefits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Helps people get personalized, healthy diets based on Ayurveda.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Makes healthcare more accessible, even in rural areas.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 Economic Benefits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Saves time and money for doctors and hospitals.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Creates new jobs in tech, wellness, and Ayurvedic services.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 Environmental Benefits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Promotes seasonal and local food choices, reducing food transport.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Reduces paper use by switching to digital diet charts.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90880" y="1703897"/>
            <a:ext cx="9385300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Ayurvedic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Ministry of AYUSH Guidelines on </a:t>
            </a:r>
            <a:r>
              <a:rPr lang="en-IN" sz="2000" b="1" dirty="0"/>
              <a:t>Ayurvedic diet practices</a:t>
            </a:r>
            <a:br>
              <a:rPr lang="en-IN" sz="2000" dirty="0"/>
            </a:br>
            <a:r>
              <a:rPr lang="en-IN" sz="2000" dirty="0"/>
              <a:t>🔗 </a:t>
            </a:r>
            <a:r>
              <a:rPr lang="en-IN" sz="2000" dirty="0">
                <a:hlinkClick r:id="rId3"/>
              </a:rPr>
              <a:t>https://www.ayush.gov.in</a:t>
            </a:r>
            <a:endParaRPr lang="en-IN" sz="2000" dirty="0"/>
          </a:p>
          <a:p>
            <a:r>
              <a:rPr lang="en-US" sz="2000" b="1" dirty="0"/>
              <a:t>Nutrition &amp; Health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World Health Organization (WHO)</a:t>
            </a:r>
            <a:r>
              <a:rPr lang="en-US" sz="2000" dirty="0"/>
              <a:t> – Reports on global nutrition &amp; health management</a:t>
            </a:r>
            <a:br>
              <a:rPr lang="en-US" sz="2000" dirty="0"/>
            </a:br>
            <a:r>
              <a:rPr lang="en-US" sz="2000" dirty="0"/>
              <a:t>🔗 </a:t>
            </a:r>
            <a:r>
              <a:rPr lang="en-US" sz="2000" dirty="0">
                <a:hlinkClick r:id="rId4"/>
              </a:rPr>
              <a:t>https://www.who.int/health-topics/nutrition</a:t>
            </a:r>
            <a:endParaRPr lang="en-US" sz="2000" dirty="0"/>
          </a:p>
          <a:p>
            <a:r>
              <a:rPr lang="en-US" sz="2000" b="1" dirty="0"/>
              <a:t>Springer Research</a:t>
            </a:r>
            <a:r>
              <a:rPr lang="en-US" sz="2000" dirty="0"/>
              <a:t> – </a:t>
            </a:r>
            <a:r>
              <a:rPr lang="en-US" sz="2000" i="1" dirty="0"/>
              <a:t>AI-based personalized nutrition systems and healthcare applications</a:t>
            </a:r>
            <a:br>
              <a:rPr lang="en-US" sz="2000" dirty="0"/>
            </a:br>
            <a:r>
              <a:rPr lang="en-US" sz="2000" dirty="0"/>
              <a:t>🔗 </a:t>
            </a:r>
            <a:r>
              <a:rPr lang="en-US" sz="2000" dirty="0">
                <a:hlinkClick r:id="rId5"/>
              </a:rPr>
              <a:t>https://link.springer.com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/>
              <a:t>Conclusion</a:t>
            </a:r>
          </a:p>
          <a:p>
            <a:r>
              <a:rPr lang="en-US" dirty="0"/>
              <a:t>	“In conclusion, our Ayurvedic Diet Management Software is not just a tool—it’s a bridge between ancient wisdom and modern technology. It saves time, improves patient care, supports doctors, and contributes to a healthier, more sustainable future. </a:t>
            </a:r>
            <a:r>
              <a:rPr lang="en-US" b="1" dirty="0"/>
              <a:t>Thank you. </a:t>
            </a:r>
            <a:r>
              <a:rPr lang="en-US" dirty="0"/>
              <a:t>“</a:t>
            </a:r>
            <a:endParaRPr lang="en-US" b="1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ea typeface="Calibri"/>
                <a:cs typeface="Calibri"/>
              </a:rPr>
              <a:t>Digital </a:t>
            </a:r>
          </a:p>
          <a:p>
            <a:pPr algn="ctr"/>
            <a:r>
              <a:rPr lang="en-US" sz="1400" b="1" dirty="0">
                <a:ea typeface="Calibri"/>
                <a:cs typeface="Calibri"/>
              </a:rPr>
              <a:t>Dynamo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7751</TotalTime>
  <Words>699</Words>
  <Application>Microsoft Office PowerPoint</Application>
  <PresentationFormat>Widescreen</PresentationFormat>
  <Paragraphs>108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bijaya kumar rout</cp:lastModifiedBy>
  <cp:revision>360</cp:revision>
  <dcterms:created xsi:type="dcterms:W3CDTF">2013-12-12T18:46:50Z</dcterms:created>
  <dcterms:modified xsi:type="dcterms:W3CDTF">2025-09-23T22:56:30Z</dcterms:modified>
  <cp:category/>
</cp:coreProperties>
</file>